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2" r:id="rId2"/>
    <p:sldId id="279" r:id="rId3"/>
    <p:sldId id="282" r:id="rId4"/>
    <p:sldId id="283" r:id="rId5"/>
    <p:sldId id="284" r:id="rId6"/>
    <p:sldId id="28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400"/>
    <a:srgbClr val="4A1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6AD47F-D7F6-41B7-B03E-8B84D9C65D42}" type="datetimeFigureOut">
              <a:rPr lang="en-US" smtClean="0"/>
              <a:t>10/25/2020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92AF66-0936-45D4-85F2-1F9A668C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31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0B5A4-90F3-4331-9253-0BB8385EDD14}" type="datetimeFigureOut">
              <a:rPr lang="en-US" smtClean="0"/>
              <a:t>10/25/2020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A609-9E0C-4AF8-A483-2E0B36A03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13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0B5A4-90F3-4331-9253-0BB8385EDD14}" type="datetimeFigureOut">
              <a:rPr lang="en-US" smtClean="0"/>
              <a:t>10/25/2020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A609-9E0C-4AF8-A483-2E0B36A03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71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0B5A4-90F3-4331-9253-0BB8385EDD14}" type="datetimeFigureOut">
              <a:rPr lang="en-US" smtClean="0"/>
              <a:t>10/25/2020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A609-9E0C-4AF8-A483-2E0B36A03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952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0B5A4-90F3-4331-9253-0BB8385EDD14}" type="datetimeFigureOut">
              <a:rPr lang="en-US" smtClean="0"/>
              <a:t>10/25/2020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A609-9E0C-4AF8-A483-2E0B36A03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82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0B5A4-90F3-4331-9253-0BB8385EDD14}" type="datetimeFigureOut">
              <a:rPr lang="en-US" smtClean="0"/>
              <a:t>10/25/2020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A609-9E0C-4AF8-A483-2E0B36A03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37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0B5A4-90F3-4331-9253-0BB8385EDD14}" type="datetimeFigureOut">
              <a:rPr lang="en-US" smtClean="0"/>
              <a:t>10/25/2020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A609-9E0C-4AF8-A483-2E0B36A03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599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0B5A4-90F3-4331-9253-0BB8385EDD14}" type="datetimeFigureOut">
              <a:rPr lang="en-US" smtClean="0"/>
              <a:t>10/25/2020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A609-9E0C-4AF8-A483-2E0B36A03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8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0B5A4-90F3-4331-9253-0BB8385EDD14}" type="datetimeFigureOut">
              <a:rPr lang="en-US" smtClean="0"/>
              <a:t>10/25/2020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A609-9E0C-4AF8-A483-2E0B36A03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84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0B5A4-90F3-4331-9253-0BB8385EDD14}" type="datetimeFigureOut">
              <a:rPr lang="en-US" smtClean="0"/>
              <a:t>10/25/2020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A609-9E0C-4AF8-A483-2E0B36A03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407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0B5A4-90F3-4331-9253-0BB8385EDD14}" type="datetimeFigureOut">
              <a:rPr lang="en-US" smtClean="0"/>
              <a:t>10/25/2020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A609-9E0C-4AF8-A483-2E0B36A03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23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0B5A4-90F3-4331-9253-0BB8385EDD14}" type="datetimeFigureOut">
              <a:rPr lang="en-US" smtClean="0"/>
              <a:t>10/25/2020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A609-9E0C-4AF8-A483-2E0B36A03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7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00B5A4-90F3-4331-9253-0BB8385EDD14}" type="datetimeFigureOut">
              <a:rPr lang="en-US" smtClean="0"/>
              <a:t>10/25/2020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DA609-9E0C-4AF8-A483-2E0B36A03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19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4"/>
            <a:ext cx="12192000" cy="685627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013527" y="5735782"/>
            <a:ext cx="2382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b="1" dirty="0" smtClean="0">
                <a:cs typeface="IRAN Sans" panose="020B0400000000000000" pitchFamily="34" charset="-78"/>
              </a:rPr>
              <a:t>سیده رژین </a:t>
            </a:r>
            <a:r>
              <a:rPr lang="fa-IR" sz="2400" b="1" dirty="0" smtClean="0">
                <a:cs typeface="IRAN Sans" panose="020B0400000000000000" pitchFamily="34" charset="-78"/>
              </a:rPr>
              <a:t>سبحانی</a:t>
            </a:r>
            <a:endParaRPr lang="en-US" sz="2400" b="1" dirty="0">
              <a:cs typeface="IRAN Sans" panose="020B0400000000000000" pitchFamily="34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95055" y="6074835"/>
            <a:ext cx="2382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1400" b="1" dirty="0" smtClean="0">
                <a:cs typeface="IRAN Sans" panose="020B0400000000000000" pitchFamily="34" charset="-78"/>
              </a:rPr>
              <a:t>معمار</a:t>
            </a:r>
          </a:p>
          <a:p>
            <a:pPr algn="r" rtl="1"/>
            <a:r>
              <a:rPr lang="fa-IR" sz="1400" b="1" dirty="0" smtClean="0">
                <a:cs typeface="IRAN Sans" panose="020B0400000000000000" pitchFamily="34" charset="-78"/>
              </a:rPr>
              <a:t>پژوهشگر هوش مصنوعی</a:t>
            </a:r>
            <a:endParaRPr lang="en-US" sz="1400" b="1" dirty="0">
              <a:cs typeface="IRAN Sans" panose="020B0400000000000000" pitchFamily="34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98" y="4690414"/>
            <a:ext cx="1580332" cy="165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16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2452768" y="207819"/>
            <a:ext cx="6996032" cy="942109"/>
          </a:xfrm>
          <a:prstGeom prst="roundRect">
            <a:avLst/>
          </a:prstGeom>
          <a:solidFill>
            <a:srgbClr val="4A14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604655" y="417263"/>
            <a:ext cx="6844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800" b="1" dirty="0" smtClean="0">
                <a:solidFill>
                  <a:srgbClr val="FFE400"/>
                </a:solidFill>
                <a:latin typeface="IRANSansMobileFaNum Black" panose="020B0506030804020204" pitchFamily="34" charset="-78"/>
                <a:cs typeface="IRANSansMobileFaNum Black" panose="020B0506030804020204" pitchFamily="34" charset="-78"/>
              </a:rPr>
              <a:t>هوش مصنوعی</a:t>
            </a:r>
          </a:p>
        </p:txBody>
      </p:sp>
      <p:sp>
        <p:nvSpPr>
          <p:cNvPr id="2" name="Oval 1"/>
          <p:cNvSpPr/>
          <p:nvPr/>
        </p:nvSpPr>
        <p:spPr>
          <a:xfrm>
            <a:off x="-539826" y="3448280"/>
            <a:ext cx="1905918" cy="1905918"/>
          </a:xfrm>
          <a:prstGeom prst="ellipse">
            <a:avLst/>
          </a:prstGeom>
          <a:solidFill>
            <a:srgbClr val="4A14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-380917" y="3844887"/>
            <a:ext cx="1410159" cy="1410159"/>
          </a:xfrm>
          <a:prstGeom prst="ellipse">
            <a:avLst/>
          </a:prstGeom>
          <a:solidFill>
            <a:srgbClr val="FFE4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194" y="1264453"/>
            <a:ext cx="7764716" cy="43676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/>
          <p:cNvSpPr txBox="1"/>
          <p:nvPr/>
        </p:nvSpPr>
        <p:spPr>
          <a:xfrm>
            <a:off x="3382043" y="5956076"/>
            <a:ext cx="52370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Deep Learning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312652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2452768" y="207819"/>
            <a:ext cx="6996032" cy="942109"/>
          </a:xfrm>
          <a:prstGeom prst="roundRect">
            <a:avLst/>
          </a:prstGeom>
          <a:solidFill>
            <a:srgbClr val="4A14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604655" y="417263"/>
            <a:ext cx="6844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800" b="1" dirty="0" smtClean="0">
                <a:solidFill>
                  <a:srgbClr val="FFE400"/>
                </a:solidFill>
                <a:latin typeface="IRANSansMobileFaNum Black" panose="020B0506030804020204" pitchFamily="34" charset="-78"/>
                <a:cs typeface="IRANSansMobileFaNum Black" panose="020B0506030804020204" pitchFamily="34" charset="-78"/>
              </a:rPr>
              <a:t>هوش مصنوعی</a:t>
            </a:r>
          </a:p>
        </p:txBody>
      </p:sp>
      <p:sp>
        <p:nvSpPr>
          <p:cNvPr id="2" name="Oval 1"/>
          <p:cNvSpPr/>
          <p:nvPr/>
        </p:nvSpPr>
        <p:spPr>
          <a:xfrm>
            <a:off x="-539826" y="3448280"/>
            <a:ext cx="1905918" cy="1905918"/>
          </a:xfrm>
          <a:prstGeom prst="ellipse">
            <a:avLst/>
          </a:prstGeom>
          <a:solidFill>
            <a:srgbClr val="4A14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-380917" y="3844887"/>
            <a:ext cx="1410159" cy="1410159"/>
          </a:xfrm>
          <a:prstGeom prst="ellipse">
            <a:avLst/>
          </a:prstGeom>
          <a:solidFill>
            <a:srgbClr val="FFE4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1740" y="1450832"/>
            <a:ext cx="5959356" cy="46028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14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2452768" y="207819"/>
            <a:ext cx="6996032" cy="942109"/>
          </a:xfrm>
          <a:prstGeom prst="roundRect">
            <a:avLst/>
          </a:prstGeom>
          <a:solidFill>
            <a:srgbClr val="4A14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604655" y="417263"/>
            <a:ext cx="6844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800" b="1" dirty="0" smtClean="0">
                <a:solidFill>
                  <a:srgbClr val="FFE400"/>
                </a:solidFill>
                <a:latin typeface="IRANSansMobileFaNum Black" panose="020B0506030804020204" pitchFamily="34" charset="-78"/>
                <a:cs typeface="IRANSansMobileFaNum Black" panose="020B0506030804020204" pitchFamily="34" charset="-78"/>
              </a:rPr>
              <a:t>هوش مصنوعی</a:t>
            </a:r>
          </a:p>
        </p:txBody>
      </p:sp>
      <p:sp>
        <p:nvSpPr>
          <p:cNvPr id="2" name="Oval 1"/>
          <p:cNvSpPr/>
          <p:nvPr/>
        </p:nvSpPr>
        <p:spPr>
          <a:xfrm>
            <a:off x="-539826" y="3448280"/>
            <a:ext cx="1905918" cy="1905918"/>
          </a:xfrm>
          <a:prstGeom prst="ellipse">
            <a:avLst/>
          </a:prstGeom>
          <a:solidFill>
            <a:srgbClr val="4A14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-380917" y="3844887"/>
            <a:ext cx="1410159" cy="1410159"/>
          </a:xfrm>
          <a:prstGeom prst="ellipse">
            <a:avLst/>
          </a:prstGeom>
          <a:solidFill>
            <a:srgbClr val="FFE4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137" y="1359372"/>
            <a:ext cx="6533293" cy="44676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9999" y="6036505"/>
            <a:ext cx="4433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MLP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0256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2452768" y="207819"/>
            <a:ext cx="6996032" cy="942109"/>
          </a:xfrm>
          <a:prstGeom prst="roundRect">
            <a:avLst/>
          </a:prstGeom>
          <a:solidFill>
            <a:srgbClr val="4A14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604655" y="417263"/>
            <a:ext cx="6844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800" b="1" dirty="0" smtClean="0">
                <a:solidFill>
                  <a:srgbClr val="FFE400"/>
                </a:solidFill>
                <a:latin typeface="IRANSansMobileFaNum Black" panose="020B0506030804020204" pitchFamily="34" charset="-78"/>
                <a:cs typeface="IRANSansMobileFaNum Black" panose="020B0506030804020204" pitchFamily="34" charset="-78"/>
              </a:rPr>
              <a:t>هوش مصنوعی</a:t>
            </a:r>
          </a:p>
        </p:txBody>
      </p:sp>
      <p:sp>
        <p:nvSpPr>
          <p:cNvPr id="2" name="Oval 1"/>
          <p:cNvSpPr/>
          <p:nvPr/>
        </p:nvSpPr>
        <p:spPr>
          <a:xfrm>
            <a:off x="-539826" y="3448280"/>
            <a:ext cx="1905918" cy="1905918"/>
          </a:xfrm>
          <a:prstGeom prst="ellipse">
            <a:avLst/>
          </a:prstGeom>
          <a:solidFill>
            <a:srgbClr val="4A14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-380917" y="3844887"/>
            <a:ext cx="1410159" cy="1410159"/>
          </a:xfrm>
          <a:prstGeom prst="ellipse">
            <a:avLst/>
          </a:prstGeom>
          <a:solidFill>
            <a:srgbClr val="FFE4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48"/>
          <a:stretch/>
        </p:blipFill>
        <p:spPr>
          <a:xfrm>
            <a:off x="3272546" y="1359372"/>
            <a:ext cx="5548182" cy="520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98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420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18</Words>
  <Application>Microsoft Office PowerPoint</Application>
  <PresentationFormat>Widescreen</PresentationFormat>
  <Paragraphs>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IRAN Sans</vt:lpstr>
      <vt:lpstr>IRANSansMobileFaNum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digitalkish</dc:creator>
  <cp:lastModifiedBy>rojin sob</cp:lastModifiedBy>
  <cp:revision>68</cp:revision>
  <dcterms:created xsi:type="dcterms:W3CDTF">2020-07-12T20:06:07Z</dcterms:created>
  <dcterms:modified xsi:type="dcterms:W3CDTF">2020-10-25T08:14:28Z</dcterms:modified>
</cp:coreProperties>
</file>